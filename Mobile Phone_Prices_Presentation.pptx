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/>
          <a:lstStyle/>
          <a:p>
            <a:r>
              <a:rPr lang="en-US" dirty="0"/>
              <a:t>Feature Extraction and Price Prediction for Mobile Phones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5328" y="3446584"/>
            <a:ext cx="6400800" cy="1752600"/>
          </a:xfrm>
        </p:spPr>
        <p:txBody>
          <a:bodyPr/>
          <a:lstStyle/>
          <a:p>
            <a:r>
              <a:rPr b="1">
                <a:solidFill>
                  <a:schemeClr val="bg2">
                    <a:lumMod val="25000"/>
                  </a:schemeClr>
                </a:solidFill>
              </a:rPr>
              <a:t>A Data Science Project</a:t>
            </a:r>
          </a:p>
          <a:p>
            <a:endParaRPr/>
          </a:p>
          <a:p>
            <a:r>
              <a:rPr b="1" u="sng">
                <a:solidFill>
                  <a:schemeClr val="accent2">
                    <a:lumMod val="50000"/>
                  </a:schemeClr>
                </a:solidFill>
              </a:rPr>
              <a:t>By</a:t>
            </a:r>
            <a:r>
              <a:rPr b="1" u="sng">
                <a:solidFill>
                  <a:schemeClr val="accent2">
                    <a:lumMod val="50000"/>
                  </a:schemeClr>
                </a:solidFill>
              </a:rPr>
              <a:t>: </a:t>
            </a:r>
            <a:r>
              <a:rPr lang="en-US" b="1" u="sng" dirty="0" err="1" smtClean="0">
                <a:solidFill>
                  <a:schemeClr val="accent2">
                    <a:lumMod val="50000"/>
                  </a:schemeClr>
                </a:solidFill>
              </a:rPr>
              <a:t>Anurag</a:t>
            </a:r>
            <a:r>
              <a:rPr lang="en-US" b="1" u="sng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u="sng" dirty="0" err="1" smtClean="0">
                <a:solidFill>
                  <a:schemeClr val="accent2">
                    <a:lumMod val="50000"/>
                  </a:schemeClr>
                </a:solidFill>
              </a:rPr>
              <a:t>Mishra</a:t>
            </a:r>
            <a:r>
              <a:rPr lang="en-US" b="1" u="sng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endParaRPr b="1" u="sng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4646"/>
          </a:xfrm>
        </p:spPr>
        <p:txBody>
          <a:bodyPr>
            <a:normAutofit/>
          </a:bodyPr>
          <a:lstStyle/>
          <a:p>
            <a:r>
              <a:rPr lang="en-US" dirty="0"/>
              <a:t>Predict mobile phone prices using machine learning</a:t>
            </a:r>
          </a:p>
          <a:p>
            <a:r>
              <a:rPr lang="en-US" dirty="0"/>
              <a:t>Analyze features like RAM, memory, battery, camera, and processor</a:t>
            </a:r>
          </a:p>
          <a:p>
            <a:r>
              <a:rPr dirty="0"/>
              <a:t>Goal: Build accurate predictive model and derive insights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Dataset Summary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50326"/>
            <a:ext cx="8229600" cy="2292531"/>
          </a:xfrm>
        </p:spPr>
        <p:txBody>
          <a:bodyPr/>
          <a:lstStyle/>
          <a:p>
            <a:r>
              <a:rPr lang="en-US" dirty="0"/>
              <a:t>541 entries, 11 features (Model, </a:t>
            </a:r>
            <a:r>
              <a:rPr lang="en-US" dirty="0" err="1"/>
              <a:t>Colour</a:t>
            </a:r>
            <a:r>
              <a:rPr lang="en-US" dirty="0"/>
              <a:t>, Memory, RAM, Battery, Cameras, AI Lens, Height, Processor, Price)</a:t>
            </a:r>
          </a:p>
          <a:p>
            <a:r>
              <a:rPr lang="en-US" dirty="0"/>
              <a:t>Verified, clean—no missing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53937"/>
            <a:ext cx="8229600" cy="262345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Price distribution is strongly right-skewed: few expensive phones dominate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Numeric features: Memory, RAM, Battery, AI Lens, Mobile Height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Feature Selection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68385"/>
            <a:ext cx="8229600" cy="1961607"/>
          </a:xfrm>
        </p:spPr>
        <p:txBody>
          <a:bodyPr/>
          <a:lstStyle/>
          <a:p>
            <a:r>
              <a:rPr lang="en-IN" dirty="0"/>
              <a:t>Top correlated features:	</a:t>
            </a:r>
          </a:p>
          <a:p>
            <a:pPr lvl="1"/>
            <a:r>
              <a:rPr lang="en-US" dirty="0"/>
              <a:t>Memory, RAM, Mobile Height, AI Lens, Battery</a:t>
            </a:r>
          </a:p>
          <a:p>
            <a:pPr lvl="1"/>
            <a:r>
              <a:rPr lang="en-IN" dirty="0" err="1"/>
              <a:t>Modeling</a:t>
            </a:r>
            <a:r>
              <a:rPr lang="en-IN" dirty="0"/>
              <a:t> &amp; Algorithms Compared  -- Next Slide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525107-B5CD-FCC7-66BD-280EEE6D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43F9A4B-F200-35C7-D402-E642DF6C6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08929188"/>
              </p:ext>
            </p:extLst>
          </p:nvPr>
        </p:nvGraphicFramePr>
        <p:xfrm>
          <a:off x="457200" y="1600200"/>
          <a:ext cx="7885612" cy="4400010"/>
        </p:xfrm>
        <a:graphic>
          <a:graphicData uri="http://schemas.openxmlformats.org/drawingml/2006/table">
            <a:tbl>
              <a:tblPr/>
              <a:tblGrid>
                <a:gridCol w="1971403">
                  <a:extLst>
                    <a:ext uri="{9D8B030D-6E8A-4147-A177-3AD203B41FA5}">
                      <a16:colId xmlns:a16="http://schemas.microsoft.com/office/drawing/2014/main" xmlns="" val="2312760535"/>
                    </a:ext>
                  </a:extLst>
                </a:gridCol>
                <a:gridCol w="1971403">
                  <a:extLst>
                    <a:ext uri="{9D8B030D-6E8A-4147-A177-3AD203B41FA5}">
                      <a16:colId xmlns:a16="http://schemas.microsoft.com/office/drawing/2014/main" xmlns="" val="1532530565"/>
                    </a:ext>
                  </a:extLst>
                </a:gridCol>
                <a:gridCol w="1971403">
                  <a:extLst>
                    <a:ext uri="{9D8B030D-6E8A-4147-A177-3AD203B41FA5}">
                      <a16:colId xmlns:a16="http://schemas.microsoft.com/office/drawing/2014/main" xmlns="" val="1435766780"/>
                    </a:ext>
                  </a:extLst>
                </a:gridCol>
                <a:gridCol w="1971403">
                  <a:extLst>
                    <a:ext uri="{9D8B030D-6E8A-4147-A177-3AD203B41FA5}">
                      <a16:colId xmlns:a16="http://schemas.microsoft.com/office/drawing/2014/main" xmlns="" val="2727760742"/>
                    </a:ext>
                  </a:extLst>
                </a:gridCol>
              </a:tblGrid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Model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R² Score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RMSE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MAE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448367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Gradient Boosting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4571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2349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58925371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Linear Regression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4733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1810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8740977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Random Forest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4796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1798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71105757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Ridge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4908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2021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73281489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Decision Tree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0.72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6171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1281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76858208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Lasso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0.71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6275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1759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38966844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KNN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0.69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6528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2478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29638799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SVR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-0.02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11844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6964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81322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0960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Key Findings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85804"/>
            <a:ext cx="8229600" cy="2571206"/>
          </a:xfrm>
        </p:spPr>
        <p:txBody>
          <a:bodyPr>
            <a:normAutofit/>
          </a:bodyPr>
          <a:lstStyle/>
          <a:p>
            <a:r>
              <a:rPr lang="en-US" dirty="0"/>
              <a:t>Gradient Boosting gave the best prediction results</a:t>
            </a:r>
          </a:p>
          <a:p>
            <a:r>
              <a:rPr lang="en-US" dirty="0"/>
              <a:t>Higher RAM, memory, and processor power typically increase price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Accurate price prediction using machine learning is achievable</a:t>
            </a:r>
          </a:p>
          <a:p>
            <a:r>
              <a:rPr lang="en-US" dirty="0"/>
              <a:t>Data features are critical for predictive performance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Future Work:</a:t>
            </a:r>
            <a:endParaRPr lang="en-IN" dirty="0"/>
          </a:p>
          <a:p>
            <a:pPr lvl="1"/>
            <a:r>
              <a:rPr lang="en-US" dirty="0"/>
              <a:t>Explore hyperparameter tuning or deep learning models</a:t>
            </a:r>
          </a:p>
          <a:p>
            <a:pPr lvl="1"/>
            <a:r>
              <a:rPr lang="en-US" dirty="0"/>
              <a:t>Test with larger/more diverse datasets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217</Words>
  <Application>Microsoft Office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Feature Extraction and Price Prediction for Mobile Phones</vt:lpstr>
      <vt:lpstr>Project Overview</vt:lpstr>
      <vt:lpstr>Dataset Summary</vt:lpstr>
      <vt:lpstr>Exploratory Data Analysis (EDA)</vt:lpstr>
      <vt:lpstr>Feature Selection</vt:lpstr>
      <vt:lpstr>Model Comparison</vt:lpstr>
      <vt:lpstr>Key Findings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and Price Prediction for Mobile Phones</dc:title>
  <dc:creator>sawant dubey</dc:creator>
  <dc:description>generated using python-pptx</dc:description>
  <cp:lastModifiedBy>Pc</cp:lastModifiedBy>
  <cp:revision>6</cp:revision>
  <dcterms:created xsi:type="dcterms:W3CDTF">2013-01-27T09:14:16Z</dcterms:created>
  <dcterms:modified xsi:type="dcterms:W3CDTF">2025-11-18T17:01:58Z</dcterms:modified>
</cp:coreProperties>
</file>